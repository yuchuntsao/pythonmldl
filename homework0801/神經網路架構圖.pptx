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00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321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50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0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86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317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989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04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806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160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564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3EB08-4FF3-4A02-B731-2805B6B9B9E2}" type="datetimeFigureOut">
              <a:rPr lang="zh-TW" altLang="en-US" smtClean="0"/>
              <a:t>2019/5/3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D6CCB-B012-4ADD-B493-6E10778791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5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24719" y="2224584"/>
            <a:ext cx="893928" cy="188339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784</a:t>
            </a:r>
            <a:endParaRPr lang="zh-TW" altLang="en-US" sz="2000"/>
          </a:p>
        </p:txBody>
      </p:sp>
      <p:sp>
        <p:nvSpPr>
          <p:cNvPr id="5" name="矩形 4"/>
          <p:cNvSpPr/>
          <p:nvPr/>
        </p:nvSpPr>
        <p:spPr>
          <a:xfrm>
            <a:off x="2797789" y="2224584"/>
            <a:ext cx="914400" cy="188339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500</a:t>
            </a:r>
            <a:endParaRPr lang="zh-TW" altLang="en-US" sz="2000"/>
          </a:p>
        </p:txBody>
      </p:sp>
      <p:sp>
        <p:nvSpPr>
          <p:cNvPr id="6" name="矩形 5"/>
          <p:cNvSpPr/>
          <p:nvPr/>
        </p:nvSpPr>
        <p:spPr>
          <a:xfrm>
            <a:off x="4935939" y="1012207"/>
            <a:ext cx="914400" cy="88483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100</a:t>
            </a:r>
            <a:endParaRPr lang="zh-TW" altLang="en-US" sz="2000"/>
          </a:p>
        </p:txBody>
      </p:sp>
      <p:sp>
        <p:nvSpPr>
          <p:cNvPr id="7" name="矩形 6"/>
          <p:cNvSpPr/>
          <p:nvPr/>
        </p:nvSpPr>
        <p:spPr>
          <a:xfrm>
            <a:off x="4935939" y="2723863"/>
            <a:ext cx="914400" cy="88483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100</a:t>
            </a:r>
            <a:endParaRPr lang="zh-TW" altLang="en-US" sz="2000"/>
          </a:p>
        </p:txBody>
      </p:sp>
      <p:sp>
        <p:nvSpPr>
          <p:cNvPr id="8" name="矩形 7"/>
          <p:cNvSpPr/>
          <p:nvPr/>
        </p:nvSpPr>
        <p:spPr>
          <a:xfrm>
            <a:off x="4935939" y="4435519"/>
            <a:ext cx="914400" cy="88483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100</a:t>
            </a:r>
            <a:endParaRPr lang="zh-TW" altLang="en-US" sz="2000"/>
          </a:p>
        </p:txBody>
      </p:sp>
      <p:sp>
        <p:nvSpPr>
          <p:cNvPr id="9" name="矩形 8"/>
          <p:cNvSpPr/>
          <p:nvPr/>
        </p:nvSpPr>
        <p:spPr>
          <a:xfrm>
            <a:off x="6838665" y="2723863"/>
            <a:ext cx="914400" cy="88483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50</a:t>
            </a:r>
            <a:endParaRPr lang="zh-TW" altLang="en-US" sz="2000"/>
          </a:p>
        </p:txBody>
      </p:sp>
      <p:sp>
        <p:nvSpPr>
          <p:cNvPr id="10" name="矩形 9"/>
          <p:cNvSpPr/>
          <p:nvPr/>
        </p:nvSpPr>
        <p:spPr>
          <a:xfrm>
            <a:off x="8451376" y="1839032"/>
            <a:ext cx="914400" cy="88483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25</a:t>
            </a:r>
            <a:endParaRPr lang="zh-TW" altLang="en-US" sz="2000"/>
          </a:p>
        </p:txBody>
      </p:sp>
      <p:sp>
        <p:nvSpPr>
          <p:cNvPr id="11" name="矩形 10"/>
          <p:cNvSpPr/>
          <p:nvPr/>
        </p:nvSpPr>
        <p:spPr>
          <a:xfrm>
            <a:off x="8451376" y="3608694"/>
            <a:ext cx="914400" cy="884831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25</a:t>
            </a:r>
            <a:endParaRPr lang="zh-TW" altLang="en-US" sz="2000"/>
          </a:p>
        </p:txBody>
      </p:sp>
      <p:sp>
        <p:nvSpPr>
          <p:cNvPr id="12" name="矩形 11"/>
          <p:cNvSpPr/>
          <p:nvPr/>
        </p:nvSpPr>
        <p:spPr>
          <a:xfrm>
            <a:off x="10456458" y="2224584"/>
            <a:ext cx="914400" cy="188339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smtClean="0"/>
              <a:t>10</a:t>
            </a:r>
            <a:endParaRPr lang="zh-TW" altLang="en-US" sz="2000"/>
          </a:p>
        </p:txBody>
      </p:sp>
      <p:cxnSp>
        <p:nvCxnSpPr>
          <p:cNvPr id="14" name="直線單箭頭接點 13"/>
          <p:cNvCxnSpPr>
            <a:stCxn id="4" idx="3"/>
            <a:endCxn id="5" idx="1"/>
          </p:cNvCxnSpPr>
          <p:nvPr/>
        </p:nvCxnSpPr>
        <p:spPr>
          <a:xfrm>
            <a:off x="1918647" y="3166279"/>
            <a:ext cx="87914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5" idx="3"/>
            <a:endCxn id="7" idx="1"/>
          </p:cNvCxnSpPr>
          <p:nvPr/>
        </p:nvCxnSpPr>
        <p:spPr>
          <a:xfrm flipV="1">
            <a:off x="3712189" y="3166279"/>
            <a:ext cx="122375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5" idx="3"/>
            <a:endCxn id="6" idx="1"/>
          </p:cNvCxnSpPr>
          <p:nvPr/>
        </p:nvCxnSpPr>
        <p:spPr>
          <a:xfrm flipV="1">
            <a:off x="3712189" y="1454623"/>
            <a:ext cx="1223750" cy="17116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5" idx="3"/>
            <a:endCxn id="8" idx="1"/>
          </p:cNvCxnSpPr>
          <p:nvPr/>
        </p:nvCxnSpPr>
        <p:spPr>
          <a:xfrm>
            <a:off x="3712189" y="3166280"/>
            <a:ext cx="1223750" cy="17116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endCxn id="9" idx="1"/>
          </p:cNvCxnSpPr>
          <p:nvPr/>
        </p:nvCxnSpPr>
        <p:spPr>
          <a:xfrm>
            <a:off x="5850339" y="1351128"/>
            <a:ext cx="988326" cy="18151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7" idx="3"/>
            <a:endCxn id="9" idx="1"/>
          </p:cNvCxnSpPr>
          <p:nvPr/>
        </p:nvCxnSpPr>
        <p:spPr>
          <a:xfrm>
            <a:off x="5850339" y="3166279"/>
            <a:ext cx="98832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8" idx="3"/>
            <a:endCxn id="9" idx="1"/>
          </p:cNvCxnSpPr>
          <p:nvPr/>
        </p:nvCxnSpPr>
        <p:spPr>
          <a:xfrm flipV="1">
            <a:off x="5850339" y="3166279"/>
            <a:ext cx="988326" cy="17116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9" idx="3"/>
            <a:endCxn id="10" idx="1"/>
          </p:cNvCxnSpPr>
          <p:nvPr/>
        </p:nvCxnSpPr>
        <p:spPr>
          <a:xfrm flipV="1">
            <a:off x="7753065" y="2281448"/>
            <a:ext cx="698311" cy="884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9" idx="3"/>
            <a:endCxn id="11" idx="1"/>
          </p:cNvCxnSpPr>
          <p:nvPr/>
        </p:nvCxnSpPr>
        <p:spPr>
          <a:xfrm>
            <a:off x="7753065" y="3166279"/>
            <a:ext cx="698311" cy="884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0" idx="3"/>
            <a:endCxn id="12" idx="1"/>
          </p:cNvCxnSpPr>
          <p:nvPr/>
        </p:nvCxnSpPr>
        <p:spPr>
          <a:xfrm>
            <a:off x="9365776" y="2281448"/>
            <a:ext cx="1090682" cy="884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11" idx="3"/>
            <a:endCxn id="12" idx="1"/>
          </p:cNvCxnSpPr>
          <p:nvPr/>
        </p:nvCxnSpPr>
        <p:spPr>
          <a:xfrm flipV="1">
            <a:off x="9365776" y="3166279"/>
            <a:ext cx="1090682" cy="884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1290900" y="178145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084767" y="178145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185390" y="64287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5185390" y="235680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169467" y="406603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h4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088116" y="235680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h5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8700827" y="145462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8672773" y="319001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h7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0705909" y="178145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2150469" y="2785569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010063" y="1756453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4294210" y="2785569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f3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170806" y="4206774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f4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6097795" y="2613392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f5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7824899" y="2150786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f6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7756758" y="3738642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f7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9814158" y="2924749"/>
            <a:ext cx="397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f8</a:t>
            </a:r>
            <a:endParaRPr lang="zh-TW" altLang="en-US" sz="2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627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</Words>
  <Application>Microsoft Office PowerPoint</Application>
  <PresentationFormat>寬螢幕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宇鈞 曹</dc:creator>
  <cp:lastModifiedBy>宇鈞 曹</cp:lastModifiedBy>
  <cp:revision>2</cp:revision>
  <dcterms:created xsi:type="dcterms:W3CDTF">2019-05-02T23:27:39Z</dcterms:created>
  <dcterms:modified xsi:type="dcterms:W3CDTF">2019-05-02T23:36:35Z</dcterms:modified>
</cp:coreProperties>
</file>